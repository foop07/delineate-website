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141" y="1935141"/>
            <a:ext cx="11587253" cy="29675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0329" y="114045"/>
            <a:ext cx="3495040" cy="320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248770" y="6534327"/>
            <a:ext cx="623570" cy="254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3449" y="2583692"/>
            <a:ext cx="1807284" cy="63403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/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7440" y="3370579"/>
            <a:ext cx="2357755" cy="9010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165" marR="5080" indent="-546100">
              <a:lnSpc>
                <a:spcPct val="101600"/>
              </a:lnSpc>
              <a:spcBef>
                <a:spcPts val="95"/>
              </a:spcBef>
            </a:pPr>
            <a:r>
              <a:rPr sz="1900" spc="-35" dirty="0">
                <a:latin typeface="Trebuchet MS"/>
                <a:cs typeface="Trebuchet MS"/>
              </a:rPr>
              <a:t>FRIDO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85" dirty="0">
                <a:latin typeface="Trebuchet MS"/>
                <a:cs typeface="Trebuchet MS"/>
              </a:rPr>
              <a:t>@</a:t>
            </a:r>
            <a:r>
              <a:rPr sz="1900" spc="-195" dirty="0">
                <a:latin typeface="Trebuchet MS"/>
                <a:cs typeface="Trebuchet MS"/>
              </a:rPr>
              <a:t> </a:t>
            </a:r>
            <a:r>
              <a:rPr lang="en-IN" sz="1900" spc="-125" dirty="0">
                <a:latin typeface="Trebuchet MS"/>
                <a:cs typeface="Trebuchet MS"/>
              </a:rPr>
              <a:t>OMEX MALL</a:t>
            </a:r>
            <a:r>
              <a:rPr lang="en-IN" sz="1900" spc="-50" dirty="0">
                <a:latin typeface="Trebuchet MS"/>
                <a:cs typeface="Trebuchet MS"/>
              </a:rPr>
              <a:t>–FARIDABAD</a:t>
            </a:r>
          </a:p>
          <a:p>
            <a:pPr marL="558165" marR="5080" indent="-546100">
              <a:lnSpc>
                <a:spcPct val="101600"/>
              </a:lnSpc>
              <a:spcBef>
                <a:spcPts val="95"/>
              </a:spcBef>
            </a:pPr>
            <a:endParaRPr sz="1900" dirty="0">
              <a:latin typeface="Trebuchet MS"/>
              <a:cs typeface="Trebuchet M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3BB51F-A9F2-642E-6BA1-739F70660A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2536" y="409652"/>
            <a:ext cx="1837823" cy="17239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2E66AD-7C86-148C-0AE6-7A1DEEE4FC3C}"/>
              </a:ext>
            </a:extLst>
          </p:cNvPr>
          <p:cNvSpPr txBox="1"/>
          <p:nvPr/>
        </p:nvSpPr>
        <p:spPr>
          <a:xfrm>
            <a:off x="381000" y="5452733"/>
            <a:ext cx="228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/>
            <a:r>
              <a:rPr lang="en-IN" sz="1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3D VIEWS</a:t>
            </a:r>
          </a:p>
          <a:p>
            <a:pPr marR="0" algn="l"/>
            <a:endParaRPr lang="en-IN" sz="18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algn="l"/>
            <a:r>
              <a:rPr lang="en-IN" sz="1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23:04:2026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4585BA-856A-9EC5-59ED-118D35848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739313-3569-CD9D-36B7-145CFA7DB55C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69B7D7-43E7-054C-7DB8-82229B376500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633FDA69-CED9-03D3-7193-264776AAD536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B198DAF-9568-AE30-AEDB-C381CF01704F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4BCBCD1-5A92-D511-3761-05631FB7A88C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DE368121-C6FD-1ABA-D5C6-18B796D8A7F8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3CF6C84-1BCE-03A8-164B-0AFEBA513C5D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C93E4D53-EF8A-3A7E-D2A7-6576AF49CD2B}"/>
              </a:ext>
            </a:extLst>
          </p:cNvPr>
          <p:cNvPicPr/>
          <p:nvPr/>
        </p:nvPicPr>
        <p:blipFill>
          <a:blip r:embed="rId2" cstate="print"/>
          <a:srcRect l="40730" t="2212" r="40017" b="847"/>
          <a:stretch>
            <a:fillRect/>
          </a:stretch>
        </p:blipFill>
        <p:spPr>
          <a:xfrm rot="16200000">
            <a:off x="3886200" y="-2476500"/>
            <a:ext cx="4419600" cy="1120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4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40780A-3A29-800D-A57E-9E3AF2BDE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A4809F-ED61-F251-EACD-3395A5F84D70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3BFFBC7-8629-1857-0B18-FBB5B1577A68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C9783D03-F258-B730-B763-C616EEB866EB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240BAB1-BEF2-04ED-ECFB-46041E2AB2D7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D3A8ED8-E6F9-2C61-E0C3-AF5EE44A9404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C993E6D9-200F-F0F3-D9EC-04B9B8B07855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434E20F-3D5F-0579-00A7-A5A25C666BD4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5" name="object 2">
            <a:extLst>
              <a:ext uri="{FF2B5EF4-FFF2-40B4-BE49-F238E27FC236}">
                <a16:creationId xmlns:a16="http://schemas.microsoft.com/office/drawing/2014/main" id="{E3AB8508-5129-C2E1-1862-E761F8D5CC6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977" y="593630"/>
            <a:ext cx="10686287" cy="558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43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12E633-6048-78C6-1DE2-E23C5223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56D424-F4BB-0BD3-3A59-239D5C3FEBCC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E1908D8-7B0D-62A7-6CF7-2BC0B9D48659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EE065E24-920B-0BB0-9723-22B73B5D0E66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BE388B0-D538-E369-ABC8-4378EC45AFC5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F753E42-AF88-750B-8356-6116D4AF9F1A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6FECC05D-F8CD-39EF-8798-B77A1CA0B78B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DEF8A0B-DDAD-B88C-7B09-A7224AEB734F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2320C275-9D99-E125-C1EC-2CCE46F966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638556"/>
            <a:ext cx="10686287" cy="558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6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7A668E7-64D1-66BB-186E-D38BD64C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11500E-BDBE-6E4E-DFFA-15F349F7E8DB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AF8F1E2-EEE7-7146-CBDE-ACC204082809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5B50FF72-18C4-EE4B-385E-4D15CA984988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CDE986-1FAB-4110-445D-259D13299B96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D58488F-2815-C3C2-7FB0-18F82DF9C6AA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C2FA71E0-FC3C-B851-2FB9-CDFDF4447137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7237C88-EF67-8F32-4DC6-C9AAEB2DF39B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A7E80-ED16-3188-1B76-40BF59208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65" y="531553"/>
            <a:ext cx="9989945" cy="561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9D9F48-82B6-EA6A-AB3A-E4B0AFBD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D1F500-BA10-147E-9B17-6C49CA25B995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0013080-8BFB-2413-95E5-A79559F89072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16B67F59-DA63-968F-C41C-B1153CB55316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7EA4DE3-3B35-6036-1DAE-7A35FECC5DA6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F51300D-C051-AAD3-6843-BD43E7C57796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AE07D627-59B7-B95B-38F5-BE7EC5019E40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CDF79D5-EB8D-4293-F986-A5DCB319A374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BF391E29-4AFC-489A-CD72-A47FF6BB66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92351"/>
            <a:ext cx="10686287" cy="558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776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F13F38-CAE8-EB1B-FB0D-C45C453D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E628D4D-09CA-FDB8-7B97-F3CB57C4CB5F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24E15F4-7ABA-38A7-9BF1-99101EA55766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C3C249A0-91C0-8C0B-A983-75060E98989B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7190071-47A2-7CA5-F20E-1C81A0988AB0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696ED17-5F71-DAE8-E9AB-044E925DB6AD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A69BC7D5-DA92-57C0-B1E2-9831BF921188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7752B2B-F849-78D3-F4AA-C5DB75889AE9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CD46BBF3-0925-970D-9B24-6C077AEBB6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50100"/>
            <a:ext cx="10686287" cy="558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1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A2351F-83C9-3161-BE5A-8158DA2D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2FCFC55-4A2E-9800-20F8-C14EE823EDA2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D0135B0-5A89-76AA-1F27-09283DC6E221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5AF41894-F3C0-7EA5-8C9B-C6982C5F2DC0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D0A5A66-73A3-7E2E-75BD-BB1E3BA17F6A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77A2C289-CB80-D445-1492-A7546694B66C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87128969-EA2B-F140-9D35-11A34ACBF8C9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5D87596-4274-2CC0-4CC9-E15F22FA0663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F91B8-1549-4741-77B9-B9F47B5FA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61712"/>
            <a:ext cx="10287000" cy="531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5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CE312C-A032-5C05-AB50-B7E37261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219B4B0-1AF2-F4AA-3CC2-CFDC68A2903C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63D2515-3F9C-6768-88B8-B75FC8760B97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3E4A1512-0297-DD27-0114-37B458069882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0CDB0C2-7A4A-492E-C8A4-D32E69155C54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F7C0CF1-4EE4-8FF1-7036-16C8EE85ABFA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0A28E865-A3C4-3EA5-5C2A-8E8B3355572B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F827FA4-1B8E-DDEF-4440-3CDF3902D708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CC0B6C-93FE-BE0F-DB50-DCB84A548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12" y="1403599"/>
            <a:ext cx="10929110" cy="354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05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F72961-9FC8-C4AD-A464-F6DEE247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64B192-E313-859B-23A9-14CC732E2D60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2200D48-2118-0C21-F46E-FEA0325602DA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FE3B5529-3597-BB01-B35F-882A1053A31B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2009379-E0D6-DBC7-AE64-8EE9BA120E2D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E8F2812-EED5-4FDE-88E6-15ECCD654BFC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5DCF8F59-C625-B4A0-53DC-5C19F66307C3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9428A93-9F48-2774-9B18-5773D1779681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BF1CB9-FB77-1BB1-BCC7-8C7AD4B68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3104"/>
            <a:ext cx="11125200" cy="576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64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22DC96-CC16-0803-B759-DD1CBEC4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3D53D0-BA6A-E586-A0FA-DD3F4A355263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AD50229-F6E8-F207-2742-2D4B3031C1E1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095A406A-EFCC-56EA-30E9-1E6224D474BB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767AAD9-C36F-7BDF-4C8F-B3BC6A9242B3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54E14DF8-59B2-8122-99C1-8ADA3464F844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77B86C3A-037D-D56E-6A2D-601CCD2C9518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DAB1376-59D4-08F6-E9B6-86994ED05968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FD89B-B6E8-FE1D-F4B6-6184D2DC9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3400"/>
            <a:ext cx="10804270" cy="564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4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0E16C2-FBCA-2BC6-0950-0F5DED1A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FD0BB8-5BFA-3FFA-BCDB-7D860657EBA1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BA4C1D6-D95A-F726-146D-A3F24B8FF078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AE874125-8AEF-53AC-A19E-4A9AA6256B2A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E287E4-C78C-21F7-BD3A-EA36EF57290D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5B575D1C-C200-52A1-AC96-2A6852805E5E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49DD8BB6-CE44-F81E-A633-EE28EAE319C4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39F468F-A712-F0A3-6049-F45D7DAFE508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B91704-C537-9197-46C7-F39D02402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70" y="459269"/>
            <a:ext cx="11201400" cy="584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2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69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Madhavi Desai</cp:lastModifiedBy>
  <cp:revision>9</cp:revision>
  <cp:lastPrinted>2026-04-22T15:32:42Z</cp:lastPrinted>
  <dcterms:created xsi:type="dcterms:W3CDTF">2026-04-17T13:00:17Z</dcterms:created>
  <dcterms:modified xsi:type="dcterms:W3CDTF">2026-04-23T10:46:08Z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2026-04-17T00:00:00Z</vt:filetime>
  </property>
  <property fmtid="{D5CDD505-2E9C-101B-9397-08002B2CF9AE}" pid="5" name="Producer">
    <vt:lpwstr>Microsoft® PowerPoint® LTSC</vt:lpwstr>
  </property>
</Properties>
</file>